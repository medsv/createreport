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svg" ContentType="image/svg"/>
  <Override PartName="/ppt/media/image6.png" ContentType="image/png"/>
  <Override PartName="/ppt/media/image4.png" ContentType="image/png"/>
  <Override PartName="/ppt/media/image5.svg" ContentType="image/sv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F8DE9F-C168-4723-B0B7-7A74DF0B8E6B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Полилиния 10"/>
          <p:cNvSpPr/>
          <p:nvPr/>
        </p:nvSpPr>
        <p:spPr>
          <a:xfrm rot="10800000">
            <a:off x="11821320" y="6400080"/>
            <a:ext cx="215640" cy="107640"/>
          </a:xfrm>
          <a:custGeom>
            <a:avLst/>
            <a:gdLst>
              <a:gd name="textAreaLeft" fmla="*/ 0 w 215640"/>
              <a:gd name="textAreaRight" fmla="*/ 216000 w 215640"/>
              <a:gd name="textAreaTop" fmla="*/ 0 h 107640"/>
              <a:gd name="textAreaBottom" fmla="*/ 108000 h 107640"/>
            </a:gdLst>
            <a:ahLst/>
            <a:rect l="textAreaLeft" t="textAreaTop" r="textAreaRight" b="textAreaBottom"/>
            <a:pathLst>
              <a:path w="252000" h="126000">
                <a:moveTo>
                  <a:pt x="0" y="0"/>
                </a:moveTo>
                <a:lnTo>
                  <a:pt x="252000" y="0"/>
                </a:lnTo>
                <a:cubicBezTo>
                  <a:pt x="252000" y="69588"/>
                  <a:pt x="195588" y="126000"/>
                  <a:pt x="126000" y="126000"/>
                </a:cubicBezTo>
                <a:cubicBezTo>
                  <a:pt x="56412" y="126000"/>
                  <a:pt x="0" y="69588"/>
                  <a:pt x="0" y="0"/>
                </a:cubicBezTo>
                <a:close/>
              </a:path>
            </a:pathLst>
          </a:cu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1" name="Прямоугольник 1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Arial"/>
            </a:endParaRPr>
          </a:p>
        </p:txBody>
      </p:sp>
      <p:pic>
        <p:nvPicPr>
          <p:cNvPr id="2" name="Рисунок 13" descr=""/>
          <p:cNvPicPr/>
          <p:nvPr/>
        </p:nvPicPr>
        <p:blipFill>
          <a:blip r:embed="rId2"/>
          <a:srcRect l="309" t="55368" r="49584" b="0"/>
          <a:stretch/>
        </p:blipFill>
        <p:spPr>
          <a:xfrm rot="16200000">
            <a:off x="5191560" y="873720"/>
            <a:ext cx="3381120" cy="163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Рисунок 15" descr=""/>
          <p:cNvPicPr/>
          <p:nvPr/>
        </p:nvPicPr>
        <p:blipFill>
          <a:blip r:embed="rId3"/>
          <a:srcRect l="309" t="55368" r="49584" b="0"/>
          <a:stretch/>
        </p:blipFill>
        <p:spPr>
          <a:xfrm rot="5400000">
            <a:off x="-873000" y="873000"/>
            <a:ext cx="3381120" cy="163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7716960" y="0"/>
            <a:ext cx="4474800" cy="68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Arial"/>
              </a:rPr>
              <a:t>Вставка рисунка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15880" y="4008600"/>
            <a:ext cx="6300360" cy="16556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ru-RU" sz="3600" strike="noStrike" u="none">
                <a:solidFill>
                  <a:schemeClr val="lt1"/>
                </a:solidFill>
                <a:uFillTx/>
                <a:latin typeface="Arial"/>
              </a:rPr>
              <a:t>Заголовок</a:t>
            </a:r>
            <a:endParaRPr b="0" lang="ru-RU" sz="36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cxnSp>
        <p:nvCxnSpPr>
          <p:cNvPr id="6" name="Прямая соединительная линия 17"/>
          <p:cNvCxnSpPr/>
          <p:nvPr/>
        </p:nvCxnSpPr>
        <p:spPr>
          <a:xfrm flipH="1">
            <a:off x="-19800" y="3429000"/>
            <a:ext cx="7717680" cy="360"/>
          </a:xfrm>
          <a:prstGeom prst="straightConnector1">
            <a:avLst/>
          </a:prstGeom>
          <a:ln w="38100">
            <a:solidFill>
              <a:srgbClr val="ffffff"/>
            </a:solidFill>
          </a:ln>
        </p:spPr>
      </p:cxnSp>
      <p:pic>
        <p:nvPicPr>
          <p:cNvPr id="7" name="Рисунок 2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18400" y="694440"/>
            <a:ext cx="4157640" cy="64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880" y="5811840"/>
            <a:ext cx="6300360" cy="5756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rmAutofit/>
          </a:bodyPr>
          <a:p>
            <a:pPr indent="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lt1"/>
                </a:solidFill>
                <a:uFillTx/>
                <a:latin typeface="Arial"/>
              </a:rPr>
              <a:t>Образец текста</a:t>
            </a:r>
            <a:endParaRPr b="0" lang="ru-RU" sz="1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cxnSp>
        <p:nvCxnSpPr>
          <p:cNvPr id="9" name="Прямая соединительная линия 14"/>
          <p:cNvCxnSpPr/>
          <p:nvPr/>
        </p:nvCxnSpPr>
        <p:spPr>
          <a:xfrm>
            <a:off x="7697520" y="0"/>
            <a:ext cx="360" cy="6858360"/>
          </a:xfrm>
          <a:prstGeom prst="straightConnector1">
            <a:avLst/>
          </a:prstGeom>
          <a:ln w="38100">
            <a:solidFill>
              <a:srgbClr val="ffffff"/>
            </a:solidFill>
          </a:ln>
        </p:spPr>
      </p:cxn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515880" y="3576960"/>
            <a:ext cx="6300360" cy="2876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rmAutofit/>
          </a:bodyPr>
          <a:p>
            <a:pPr indent="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lt1"/>
                </a:solidFill>
                <a:uFillTx/>
                <a:latin typeface="Arial"/>
              </a:rPr>
              <a:t>Образец текста</a:t>
            </a:r>
            <a:endParaRPr b="0" lang="ru-RU" sz="12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0"/>
          <p:cNvSpPr/>
          <p:nvPr/>
        </p:nvSpPr>
        <p:spPr>
          <a:xfrm rot="10800000">
            <a:off x="11821320" y="6400080"/>
            <a:ext cx="215640" cy="107640"/>
          </a:xfrm>
          <a:custGeom>
            <a:avLst/>
            <a:gdLst>
              <a:gd name="textAreaLeft" fmla="*/ 0 w 215640"/>
              <a:gd name="textAreaRight" fmla="*/ 216000 w 215640"/>
              <a:gd name="textAreaTop" fmla="*/ 0 h 107640"/>
              <a:gd name="textAreaBottom" fmla="*/ 108000 h 107640"/>
            </a:gdLst>
            <a:ahLst/>
            <a:rect l="textAreaLeft" t="textAreaTop" r="textAreaRight" b="textAreaBottom"/>
            <a:pathLst>
              <a:path w="252000" h="126000">
                <a:moveTo>
                  <a:pt x="0" y="0"/>
                </a:moveTo>
                <a:lnTo>
                  <a:pt x="252000" y="0"/>
                </a:lnTo>
                <a:cubicBezTo>
                  <a:pt x="252000" y="69588"/>
                  <a:pt x="195588" y="126000"/>
                  <a:pt x="126000" y="126000"/>
                </a:cubicBezTo>
                <a:cubicBezTo>
                  <a:pt x="56412" y="126000"/>
                  <a:pt x="0" y="69588"/>
                  <a:pt x="0" y="0"/>
                </a:cubicBezTo>
                <a:close/>
              </a:path>
            </a:pathLst>
          </a:cu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20560" y="294480"/>
            <a:ext cx="11159640" cy="58572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3600" strike="noStrike" u="non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/>
              </a:rPr>
              <a:t>Образец заголовка</a:t>
            </a:r>
            <a:endParaRPr b="0" lang="ru-RU" sz="36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ftr" idx="1"/>
          </p:nvPr>
        </p:nvSpPr>
        <p:spPr>
          <a:xfrm>
            <a:off x="3532320" y="6265800"/>
            <a:ext cx="5216760" cy="2156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2"/>
          </p:nvPr>
        </p:nvSpPr>
        <p:spPr>
          <a:xfrm>
            <a:off x="11658960" y="6507720"/>
            <a:ext cx="539640" cy="21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ru-RU" sz="1050" strike="noStrike" u="none">
                <a:solidFill>
                  <a:schemeClr val="dk1"/>
                </a:solidFill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EBE92D9A-EF5A-4586-A478-1BE91FB51CBD}" type="slidenum">
              <a:rPr b="0" lang="ru-RU" sz="1050" strike="noStrike" u="none">
                <a:solidFill>
                  <a:schemeClr val="dk1"/>
                </a:solidFill>
                <a:uFillTx/>
                <a:latin typeface="Arial"/>
              </a:rPr>
              <a:t>&lt;номер&gt;</a:t>
            </a:fld>
            <a:endParaRPr b="0" lang="ru-RU" sz="10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515880" y="988200"/>
            <a:ext cx="5500080" cy="99396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Arial"/>
              </a:rPr>
              <a:t>Образец подзаголовка</a:t>
            </a:r>
            <a:endParaRPr b="0" lang="ru-RU" sz="2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17" name="Нижний колонтитул 4"/>
          <p:cNvSpPr/>
          <p:nvPr/>
        </p:nvSpPr>
        <p:spPr>
          <a:xfrm>
            <a:off x="4835880" y="6522480"/>
            <a:ext cx="251964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ru-RU" sz="1000" strike="noStrike" u="none">
                <a:solidFill>
                  <a:schemeClr val="lt1">
                    <a:lumMod val="85000"/>
                  </a:schemeClr>
                </a:solidFill>
                <a:uFillTx/>
                <a:latin typeface="Arial"/>
              </a:rPr>
              <a:t>© ООО «ЭнгергоСеть», 2025</a:t>
            </a:r>
            <a:endParaRPr b="0" lang="ru-RU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6188760" y="986760"/>
            <a:ext cx="5500080" cy="99396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Arial"/>
              </a:rPr>
              <a:t>Образец подзаголовка</a:t>
            </a:r>
            <a:endParaRPr b="0" lang="ru-RU" sz="2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pic>
        <p:nvPicPr>
          <p:cNvPr id="19" name="Рисунок 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15880" y="6379560"/>
            <a:ext cx="1847520" cy="2876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олилиния 10"/>
          <p:cNvSpPr/>
          <p:nvPr/>
        </p:nvSpPr>
        <p:spPr>
          <a:xfrm rot="10800000">
            <a:off x="11821320" y="6400080"/>
            <a:ext cx="215640" cy="107640"/>
          </a:xfrm>
          <a:custGeom>
            <a:avLst/>
            <a:gdLst>
              <a:gd name="textAreaLeft" fmla="*/ 0 w 215640"/>
              <a:gd name="textAreaRight" fmla="*/ 216000 w 215640"/>
              <a:gd name="textAreaTop" fmla="*/ 0 h 107640"/>
              <a:gd name="textAreaBottom" fmla="*/ 108000 h 107640"/>
            </a:gdLst>
            <a:ahLst/>
            <a:rect l="textAreaLeft" t="textAreaTop" r="textAreaRight" b="textAreaBottom"/>
            <a:pathLst>
              <a:path w="252000" h="126000">
                <a:moveTo>
                  <a:pt x="0" y="0"/>
                </a:moveTo>
                <a:lnTo>
                  <a:pt x="252000" y="0"/>
                </a:lnTo>
                <a:cubicBezTo>
                  <a:pt x="252000" y="69588"/>
                  <a:pt x="195588" y="126000"/>
                  <a:pt x="126000" y="126000"/>
                </a:cubicBezTo>
                <a:cubicBezTo>
                  <a:pt x="56412" y="126000"/>
                  <a:pt x="0" y="69588"/>
                  <a:pt x="0" y="0"/>
                </a:cubicBezTo>
                <a:close/>
              </a:path>
            </a:pathLst>
          </a:cu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21" name="Прямоугольник 1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Arial"/>
            </a:endParaRPr>
          </a:p>
        </p:txBody>
      </p:sp>
      <p:pic>
        <p:nvPicPr>
          <p:cNvPr id="22" name="Рисунок 11" descr=""/>
          <p:cNvPicPr/>
          <p:nvPr/>
        </p:nvPicPr>
        <p:blipFill>
          <a:blip r:embed="rId2"/>
          <a:srcRect l="309" t="55368" r="49584" b="0"/>
          <a:stretch/>
        </p:blipFill>
        <p:spPr>
          <a:xfrm rot="5400000">
            <a:off x="6851880" y="873000"/>
            <a:ext cx="3381120" cy="163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18400" y="2349000"/>
            <a:ext cx="6299640" cy="10796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3200" strike="noStrike" u="none">
                <a:solidFill>
                  <a:schemeClr val="lt1"/>
                </a:solidFill>
                <a:uFillTx/>
                <a:latin typeface="Arial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ftr" idx="3"/>
          </p:nvPr>
        </p:nvSpPr>
        <p:spPr>
          <a:xfrm>
            <a:off x="518400" y="6382440"/>
            <a:ext cx="6299640" cy="2156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16600" y="4653000"/>
            <a:ext cx="6299640" cy="1439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91440" tIns="45720" bIns="45720" anchor="t">
            <a:normAutofit/>
          </a:bodyPr>
          <a:p>
            <a:pPr indent="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Arial"/>
              </a:rPr>
              <a:t>Контакты</a:t>
            </a:r>
            <a:endParaRPr b="0" lang="ru-RU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cxnSp>
        <p:nvCxnSpPr>
          <p:cNvPr id="26" name="Прямая соединительная линия 7"/>
          <p:cNvCxnSpPr/>
          <p:nvPr/>
        </p:nvCxnSpPr>
        <p:spPr>
          <a:xfrm>
            <a:off x="7702200" y="0"/>
            <a:ext cx="360" cy="6858360"/>
          </a:xfrm>
          <a:prstGeom prst="straightConnector1">
            <a:avLst/>
          </a:prstGeom>
          <a:ln w="38100">
            <a:solidFill>
              <a:srgbClr val="ffffff"/>
            </a:solidFill>
          </a:ln>
        </p:spPr>
      </p:cxnSp>
      <p:pic>
        <p:nvPicPr>
          <p:cNvPr id="27" name="Рисунок 8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20560" y="695880"/>
            <a:ext cx="4157640" cy="6476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Placeholder 1" descr=""/>
          <p:cNvPicPr/>
          <p:nvPr/>
        </p:nvPicPr>
        <p:blipFill>
          <a:blip r:embed="rId1"/>
          <a:stretch/>
        </p:blipFill>
        <p:spPr>
          <a:xfrm>
            <a:off x="7716960" y="0"/>
            <a:ext cx="4474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/>
          </p:nvPr>
        </p:nvSpPr>
        <p:spPr>
          <a:xfrm>
            <a:off x="515880" y="4008600"/>
            <a:ext cx="6300360" cy="16556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1" lang="ru-RU" sz="3600" strike="noStrike" u="non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15880" y="5811840"/>
            <a:ext cx="6300360" cy="5756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1400" strike="noStrike" u="non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880" y="3576960"/>
            <a:ext cx="6300360" cy="2876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1200" strike="noStrike" u="none">
              <a:solidFill>
                <a:schemeClr val="lt1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18400" y="2349000"/>
            <a:ext cx="6299640" cy="10796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noAutofit/>
          </a:bodyPr>
          <a:p>
            <a:pPr indent="0">
              <a:buNone/>
            </a:pPr>
            <a:endParaRPr b="1" lang="ru-RU" sz="3200" strike="noStrike" u="non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16600" y="4653000"/>
            <a:ext cx="6299640" cy="1439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1800" strike="noStrike" u="none">
              <a:solidFill>
                <a:schemeClr val="lt1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ЭнергоСеть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ЭнергоСеть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ЭнергоСеть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эВ-групп</Template>
  <TotalTime>55</TotalTime>
  <Application>LibreOffice/24.8.5.2$Linux_X86_64 LibreOffice_project/480$Build-2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2024-11-15T14:35:08Z</dcterms:created>
  <dc:creator>Старовойтова Анастасия Романовна</dc:creator>
  <dc:description/>
  <dc:language>ru-RU</dc:language>
  <cp:lastModifiedBy/>
  <dcterms:modified xsi:type="dcterms:W3CDTF">2026-01-17T15:11:14Z</dcterms:modified>
  <cp:revision>17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</Properties>
</file>