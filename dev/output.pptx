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04" autoAdjust="0"/>
  </p:normalViewPr>
  <p:slideViewPr>
    <p:cSldViewPr snapToGrid="0" showGuides="1">
      <p:cViewPr varScale="1">
        <p:scale>
          <a:sx n="106" d="100"/>
          <a:sy n="106" d="100"/>
        </p:scale>
        <p:origin x="73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094886"/>
            <a:ext cx="5217160" cy="216000"/>
          </a:xfrm>
        </p:spPr>
        <p:txBody>
          <a:bodyPr lIns="0"/>
          <a:lstStyle>
            <a:lvl1pPr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41C29-4614-5F45-CB8C-F00DB7D94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B5B04-ADD3-20A0-B96F-7D99311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 0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D918-AB4A-D9CD-DE28-04BEB48F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Индекс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00A3C-21A9-7708-0F2D-E40B1C32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Индекс 2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B080C7-39EF-8AFE-3EAE-AA20FBF6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Индекс 3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5DC98D-EB10-8F25-7B2E-FCF99706A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Индекс 4</a:t>
            </a:r>
          </a:p>
        </p:txBody>
      </p:sp>
    </p:spTree>
    <p:extLst>
      <p:ext uri="{BB962C8B-B14F-4D97-AF65-F5344CB8AC3E}">
        <p14:creationId xmlns:p14="http://schemas.microsoft.com/office/powerpoint/2010/main" val="19881060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Индекс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Заголовок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17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ЭнергоСеть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9</cp:revision>
  <dcterms:created xsi:type="dcterms:W3CDTF">2024-11-15T14:35:08Z</dcterms:created>
  <dcterms:modified xsi:type="dcterms:W3CDTF">2025-12-20T11:46:37Z</dcterms:modified>
</cp:coreProperties>
</file>