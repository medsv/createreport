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8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16200000">
            <a:off x="5191553" y="873250"/>
            <a:ext cx="3381373" cy="1634869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5400000">
            <a:off x="-873252" y="873250"/>
            <a:ext cx="3381373" cy="1634869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716838" y="0"/>
            <a:ext cx="4475162" cy="68580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008513"/>
            <a:ext cx="6300788" cy="1656000"/>
          </a:xfrm>
        </p:spPr>
        <p:txBody>
          <a:bodyPr lIns="0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cxnSp>
        <p:nvCxnSpPr>
          <p:cNvPr id="18" name="Прямая соединительная линия 17"/>
          <p:cNvCxnSpPr/>
          <p:nvPr userDrawn="1"/>
        </p:nvCxnSpPr>
        <p:spPr>
          <a:xfrm flipH="1">
            <a:off x="-19846" y="3429000"/>
            <a:ext cx="77176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7" y="5811834"/>
            <a:ext cx="6300788" cy="576000"/>
          </a:xfrm>
        </p:spPr>
        <p:txBody>
          <a:bodyPr lIns="0">
            <a:norm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7697784" y="0"/>
            <a:ext cx="0" cy="6858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5937" y="3576860"/>
            <a:ext cx="6300788" cy="288000"/>
          </a:xfrm>
        </p:spPr>
        <p:txBody>
          <a:bodyPr lIns="0">
            <a:norm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EFE35C9-D6B5-F964-0347-7AC1034343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949" y="694690"/>
            <a:ext cx="31536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8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34" userDrawn="1">
          <p15:clr>
            <a:srgbClr val="FBAE40"/>
          </p15:clr>
        </p15:guide>
        <p15:guide id="2" orient="horz" pos="2251" userDrawn="1">
          <p15:clr>
            <a:srgbClr val="FBAE40"/>
          </p15:clr>
        </p15:guide>
        <p15:guide id="3" orient="horz" pos="358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257" y="6265803"/>
            <a:ext cx="5217160" cy="216000"/>
          </a:xfrm>
        </p:spPr>
        <p:txBody>
          <a:bodyPr lIns="0"/>
          <a:lstStyle>
            <a:lvl1pPr algn="ctr"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41C29-4614-5F45-CB8C-F00DB7D94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8349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" t="55370" r="49584"/>
          <a:stretch/>
        </p:blipFill>
        <p:spPr>
          <a:xfrm rot="5400000">
            <a:off x="6851523" y="873250"/>
            <a:ext cx="3381373" cy="16348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D6573-1175-20F1-A8D6-37BF177F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349000"/>
            <a:ext cx="6300000" cy="1080000"/>
          </a:xfrm>
        </p:spPr>
        <p:txBody>
          <a:bodyPr lIns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A42096-AC7F-EB4E-D313-EE2EE13DB0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8478" y="6382335"/>
            <a:ext cx="6300000" cy="21600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ED2EF62-F93D-F854-B4B6-6901214CDA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725" y="4652825"/>
            <a:ext cx="6300000" cy="1440000"/>
          </a:xfrm>
        </p:spPr>
        <p:txBody>
          <a:bodyPr lIns="0" numCol="1"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7702532" y="0"/>
            <a:ext cx="0" cy="6858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6C4852-7073-E9E7-C1B9-F34EF8C26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949" y="694690"/>
            <a:ext cx="31536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1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5" r:id="rId2"/>
    <p:sldLayoutId id="214748368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11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3" baseType="lpstr">
      <vt:lpstr>Arial</vt:lpstr>
      <vt:lpstr>Calibri</vt:lpstr>
      <vt:lpstr>ЭнергоСеть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9</cp:revision>
  <dcterms:created xsi:type="dcterms:W3CDTF">2024-11-15T14:35:08Z</dcterms:created>
  <dcterms:modified xsi:type="dcterms:W3CDTF">2026-01-17T12:52:27Z</dcterms:modified>
</cp:coreProperties>
</file>