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987" autoAdjust="0"/>
    <p:restoredTop sz="94604" autoAdjust="0"/>
  </p:normalViewPr>
  <p:slideViewPr>
    <p:cSldViewPr snapToGrid="0" showGuides="1">
      <p:cViewPr varScale="1">
        <p:scale>
          <a:sx n="74" d="100"/>
          <a:sy n="74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38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44930-8BA4-4454-ABE6-DE3BECA2E5E3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2D50F-3412-4A17-9A14-C00B70C898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09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CF6B5-7C72-4502-8739-77CB5A6618E4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164E7-0F50-49FD-BFE6-4F3C6399D7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426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" t="55370" r="49584"/>
          <a:stretch/>
        </p:blipFill>
        <p:spPr>
          <a:xfrm rot="16200000">
            <a:off x="5191553" y="873250"/>
            <a:ext cx="3381373" cy="1634869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" t="55370" r="49584"/>
          <a:stretch/>
        </p:blipFill>
        <p:spPr>
          <a:xfrm rot="5400000">
            <a:off x="-873252" y="873250"/>
            <a:ext cx="3381373" cy="1634869"/>
          </a:xfrm>
          <a:prstGeom prst="rect">
            <a:avLst/>
          </a:prstGeom>
        </p:spPr>
      </p:pic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716838" y="0"/>
            <a:ext cx="4475162" cy="68580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7" name="Текст 16"/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4008513"/>
            <a:ext cx="6300788" cy="1656000"/>
          </a:xfrm>
        </p:spPr>
        <p:txBody>
          <a:bodyPr lIns="0"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cxnSp>
        <p:nvCxnSpPr>
          <p:cNvPr id="18" name="Прямая соединительная линия 17"/>
          <p:cNvCxnSpPr/>
          <p:nvPr userDrawn="1"/>
        </p:nvCxnSpPr>
        <p:spPr>
          <a:xfrm flipH="1">
            <a:off x="-19846" y="3429000"/>
            <a:ext cx="771763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0351CF-5FC4-7E73-9A6B-99DB1F22F4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318" y="694531"/>
            <a:ext cx="4158000" cy="648000"/>
          </a:xfrm>
          <a:prstGeom prst="rect">
            <a:avLst/>
          </a:prstGeom>
        </p:spPr>
      </p:pic>
      <p:sp>
        <p:nvSpPr>
          <p:cNvPr id="4" name="Текст 4">
            <a:extLst>
              <a:ext uri="{FF2B5EF4-FFF2-40B4-BE49-F238E27FC236}">
                <a16:creationId xmlns:a16="http://schemas.microsoft.com/office/drawing/2014/main" id="{6ED2EF62-F93D-F854-B4B6-6901214CDA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5937" y="5811834"/>
            <a:ext cx="6300788" cy="576000"/>
          </a:xfrm>
        </p:spPr>
        <p:txBody>
          <a:bodyPr lIns="0">
            <a:norm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5" name="Прямая соединительная линия 14"/>
          <p:cNvCxnSpPr/>
          <p:nvPr userDrawn="1"/>
        </p:nvCxnSpPr>
        <p:spPr>
          <a:xfrm>
            <a:off x="7697784" y="0"/>
            <a:ext cx="0" cy="68580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4">
            <a:extLst>
              <a:ext uri="{FF2B5EF4-FFF2-40B4-BE49-F238E27FC236}">
                <a16:creationId xmlns:a16="http://schemas.microsoft.com/office/drawing/2014/main" id="{6ED2EF62-F93D-F854-B4B6-6901214CDA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5937" y="3576860"/>
            <a:ext cx="6300788" cy="288000"/>
          </a:xfrm>
        </p:spPr>
        <p:txBody>
          <a:bodyPr lIns="0">
            <a:norm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92687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34">
          <p15:clr>
            <a:srgbClr val="FBAE40"/>
          </p15:clr>
        </p15:guide>
        <p15:guide id="2" orient="horz" pos="2251">
          <p15:clr>
            <a:srgbClr val="FBAE40"/>
          </p15:clr>
        </p15:guide>
        <p15:guide id="3" orient="horz" pos="358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43BC1-E0BF-D873-6EBE-A7B0F4A1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383" y="292059"/>
            <a:ext cx="11160000" cy="590931"/>
          </a:xfrm>
          <a:prstGeom prst="rect">
            <a:avLst/>
          </a:prstGeom>
        </p:spPr>
        <p:txBody>
          <a:bodyPr wrap="square" lIns="0" anchor="ctr" anchorCtr="0">
            <a:spAutoFit/>
          </a:bodyPr>
          <a:lstStyle>
            <a:lvl1pPr>
              <a:defRPr sz="36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DAC290-D345-6849-81DD-A57DF3B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32257" y="6265803"/>
            <a:ext cx="5217160" cy="216000"/>
          </a:xfrm>
        </p:spPr>
        <p:txBody>
          <a:bodyPr lIns="0"/>
          <a:lstStyle>
            <a:lvl1pPr algn="ctr">
              <a:defRPr sz="1100"/>
            </a:lvl1pPr>
          </a:lstStyle>
          <a:p>
            <a:endParaRPr lang="ru-RU" dirty="0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182AB64F-6C33-6B6B-BD1E-4275F71F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2" hasCustomPrompt="1"/>
          </p:nvPr>
        </p:nvSpPr>
        <p:spPr>
          <a:xfrm>
            <a:off x="515939" y="988219"/>
            <a:ext cx="5500300" cy="994405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B0DAC290-D345-6849-81DD-A57DF3BD2719}"/>
              </a:ext>
            </a:extLst>
          </p:cNvPr>
          <p:cNvSpPr txBox="1">
            <a:spLocks/>
          </p:cNvSpPr>
          <p:nvPr userDrawn="1"/>
        </p:nvSpPr>
        <p:spPr>
          <a:xfrm>
            <a:off x="4836000" y="6522352"/>
            <a:ext cx="2520000" cy="144000"/>
          </a:xfrm>
          <a:prstGeom prst="rect">
            <a:avLst/>
          </a:prstGeom>
        </p:spPr>
        <p:txBody>
          <a:bodyPr vert="horz" lIns="91440" tIns="45720" rIns="9144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© ООО «</a:t>
            </a:r>
            <a:r>
              <a:rPr lang="ru-RU" dirty="0" err="1">
                <a:solidFill>
                  <a:schemeClr val="bg1">
                    <a:lumMod val="85000"/>
                  </a:schemeClr>
                </a:solidFill>
              </a:rPr>
              <a:t>ЭнгергоСеть</a:t>
            </a:r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», 202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6</a:t>
            </a:r>
            <a:endParaRPr lang="ru-RU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778A1414-BF5D-241A-1BB6-D9F4749404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8926" y="986791"/>
            <a:ext cx="5500300" cy="994405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188868-A3A9-84CB-F1C0-A4507207CA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9" y="6379454"/>
            <a:ext cx="184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373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" t="55370" r="49584"/>
          <a:stretch/>
        </p:blipFill>
        <p:spPr>
          <a:xfrm rot="5400000">
            <a:off x="6851523" y="873250"/>
            <a:ext cx="3381373" cy="163486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3D6573-1175-20F1-A8D6-37BF177F9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9" y="2349000"/>
            <a:ext cx="6300000" cy="1080000"/>
          </a:xfrm>
        </p:spPr>
        <p:txBody>
          <a:bodyPr lIns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5A42096-AC7F-EB4E-D313-EE2EE13DB0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8478" y="6382335"/>
            <a:ext cx="6300000" cy="216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6ED2EF62-F93D-F854-B4B6-6901214CDA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6725" y="4652825"/>
            <a:ext cx="6300000" cy="1440000"/>
          </a:xfrm>
        </p:spPr>
        <p:txBody>
          <a:bodyPr lIns="0" numCol="1">
            <a:norm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7702532" y="0"/>
            <a:ext cx="0" cy="68580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60351CF-5FC4-7E73-9A6B-99DB1F22F4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01" y="695922"/>
            <a:ext cx="4158000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92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B4429-9AC2-F0EF-845F-B79AFC64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FC09D4-55E3-398A-7427-7E439C9A6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5602F9-9E8A-440B-73B2-6ED330A61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478" y="6382335"/>
            <a:ext cx="521716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Полилиния 10"/>
          <p:cNvSpPr>
            <a:spLocks noChangeAspect="1"/>
          </p:cNvSpPr>
          <p:nvPr userDrawn="1"/>
        </p:nvSpPr>
        <p:spPr>
          <a:xfrm rot="10800000">
            <a:off x="11821125" y="6399650"/>
            <a:ext cx="216000" cy="108000"/>
          </a:xfrm>
          <a:custGeom>
            <a:avLst/>
            <a:gdLst>
              <a:gd name="connsiteX0" fmla="*/ 0 w 252000"/>
              <a:gd name="connsiteY0" fmla="*/ 0 h 126000"/>
              <a:gd name="connsiteX1" fmla="*/ 252000 w 252000"/>
              <a:gd name="connsiteY1" fmla="*/ 0 h 126000"/>
              <a:gd name="connsiteX2" fmla="*/ 126000 w 252000"/>
              <a:gd name="connsiteY2" fmla="*/ 126000 h 126000"/>
              <a:gd name="connsiteX3" fmla="*/ 0 w 252000"/>
              <a:gd name="connsiteY3" fmla="*/ 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" h="126000">
                <a:moveTo>
                  <a:pt x="0" y="0"/>
                </a:moveTo>
                <a:lnTo>
                  <a:pt x="252000" y="0"/>
                </a:lnTo>
                <a:cubicBezTo>
                  <a:pt x="252000" y="69588"/>
                  <a:pt x="195588" y="126000"/>
                  <a:pt x="126000" y="126000"/>
                </a:cubicBezTo>
                <a:cubicBezTo>
                  <a:pt x="56412" y="126000"/>
                  <a:pt x="0" y="69588"/>
                  <a:pt x="0" y="0"/>
                </a:cubicBezTo>
                <a:close/>
              </a:path>
            </a:pathLst>
          </a:cu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182AB64F-6C33-6B6B-BD1E-4275F71F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304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7" r:id="rId2"/>
    <p:sldLayoutId id="214748366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4201" userDrawn="1">
          <p15:clr>
            <a:srgbClr val="F26B43"/>
          </p15:clr>
        </p15:guide>
        <p15:guide id="6" orient="horz" pos="436">
          <p15:clr>
            <a:srgbClr val="F26B43"/>
          </p15:clr>
        </p15:guide>
        <p15:guide id="7" pos="4067">
          <p15:clr>
            <a:srgbClr val="F26B43"/>
          </p15:clr>
        </p15:guide>
        <p15:guide id="8" pos="4294">
          <p15:clr>
            <a:srgbClr val="F26B43"/>
          </p15:clr>
        </p15:guide>
        <p15:guide id="9" pos="3613">
          <p15:clr>
            <a:srgbClr val="F26B43"/>
          </p15:clr>
        </p15:guide>
        <p15:guide id="10" orient="horz" pos="1071">
          <p15:clr>
            <a:srgbClr val="F26B43"/>
          </p15:clr>
        </p15:guide>
        <p15:guide id="11" orient="horz" pos="4020">
          <p15:clr>
            <a:srgbClr val="F26B43"/>
          </p15:clr>
        </p15:guide>
        <p15:guide id="12" orient="horz" pos="3793" userDrawn="1">
          <p15:clr>
            <a:srgbClr val="F26B43"/>
          </p15:clr>
        </p15:guide>
        <p15:guide id="13" orient="horz" pos="164">
          <p15:clr>
            <a:srgbClr val="F26B43"/>
          </p15:clr>
        </p15:guide>
        <p15:guide id="14" pos="7514">
          <p15:clr>
            <a:srgbClr val="F26B43"/>
          </p15:clr>
        </p15:guide>
        <p15:guide id="15" pos="5428">
          <p15:clr>
            <a:srgbClr val="F26B43"/>
          </p15:clr>
        </p15:guide>
        <p15:guide id="16" pos="4861" userDrawn="1">
          <p15:clr>
            <a:srgbClr val="F26B43"/>
          </p15:clr>
        </p15:guide>
        <p15:guide id="17" orient="horz" pos="3906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ЭнергоСеть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эВ-групп" id="{8DDF3BE1-1D65-4404-A8F1-DEE64DF25776}" vid="{7BED49A2-11A1-442D-9E9A-6CB37F5BD25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эВ-групп</Template>
  <TotalTime>39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3" baseType="lpstr">
      <vt:lpstr>Arial</vt:lpstr>
      <vt:lpstr>Calibri</vt:lpstr>
      <vt:lpstr>ЭнергоСеть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Старовойтова Анастасия Романовна</dc:creator>
  <cp:lastModifiedBy>Медведев Сергей Владимирович</cp:lastModifiedBy>
  <cp:revision>17</cp:revision>
  <dcterms:created xsi:type="dcterms:W3CDTF">2024-11-15T14:35:08Z</dcterms:created>
  <dcterms:modified xsi:type="dcterms:W3CDTF">2026-01-17T11:26:05Z</dcterms:modified>
</cp:coreProperties>
</file>