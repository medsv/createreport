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182AB64F-6C33-6B6B-BD1E-4275F71F8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9125" y="6507650"/>
            <a:ext cx="540000" cy="216000"/>
          </a:xfrm>
          <a:prstGeom prst="rect">
            <a:avLst/>
          </a:prstGeom>
        </p:spPr>
        <p:txBody>
          <a:bodyPr anchor="ctr"/>
          <a:lstStyle>
            <a:lvl1pPr algn="ctr">
              <a:defRPr sz="1050"/>
            </a:lvl1pPr>
          </a:lstStyle>
          <a:p>
            <a:fld id="{FF44EACB-2934-48AE-97E4-A12CED8ED74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43D407-23DF-D357-5D1B-E9A307E890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635" y="6381100"/>
            <a:ext cx="1401600" cy="28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38825A-F024-02AC-3398-E11FF48E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383" y="292059"/>
            <a:ext cx="11155680" cy="590931"/>
          </a:xfrm>
          <a:prstGeom prst="rect">
            <a:avLst/>
          </a:prstGeom>
        </p:spPr>
        <p:txBody>
          <a:bodyPr wrap="square" lIns="0" anchor="ctr" anchorCtr="0">
            <a:spAutoFit/>
          </a:bodyPr>
          <a:lstStyle>
            <a:lvl1pPr>
              <a:defRPr sz="3600" b="1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739D4426-1C3F-3804-E99D-6FDBE02176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7" y="988220"/>
            <a:ext cx="5440481" cy="1028564"/>
          </a:xfrm>
        </p:spPr>
        <p:txBody>
          <a:bodyPr l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ru-RU" dirty="0"/>
              <a:t>Образец подзаголовка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B0DAC290-D345-6849-81DD-A57DF3BD2719}"/>
              </a:ext>
            </a:extLst>
          </p:cNvPr>
          <p:cNvSpPr txBox="1">
            <a:spLocks/>
          </p:cNvSpPr>
          <p:nvPr userDrawn="1"/>
        </p:nvSpPr>
        <p:spPr>
          <a:xfrm>
            <a:off x="4836000" y="6522352"/>
            <a:ext cx="2520000" cy="144000"/>
          </a:xfrm>
          <a:prstGeom prst="rect">
            <a:avLst/>
          </a:prstGeom>
        </p:spPr>
        <p:txBody>
          <a:bodyPr vert="horz" lIns="91440" tIns="45720" rIns="91440" bIns="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© ООО «эВ-групп», 2025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0272305A-9855-BCDB-7C36-88AEECFB64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8644" y="988220"/>
            <a:ext cx="5457419" cy="1028564"/>
          </a:xfrm>
        </p:spPr>
        <p:txBody>
          <a:bodyPr l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462416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53DCA-788F-0843-CEED-C8B40E50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FE4A53-64AC-A674-79CE-AA4A67623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8F783D-A462-8B40-C305-57508FBFE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17890-65B5-4DD7-BBCD-1B12BA27FDC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F542AC-6784-B512-F8F8-C924A600CD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542A8A-D33D-AB60-1A66-10C151CAD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2E4A7C-53CF-48B9-B2CA-7155ED35BD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3711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43BE4F1-676F-8AFE-5361-A4C932054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3F29AED-ED52-F091-819E-FBD306C0AD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E9A15AD-2AB5-D541-8C44-9A3EA1BEBD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1E244AA4-1767-06F7-E4CC-27B8B32D3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9125" y="6507650"/>
            <a:ext cx="540000" cy="216000"/>
          </a:xfrm>
          <a:prstGeom prst="rect">
            <a:avLst/>
          </a:prstGeom>
        </p:spPr>
        <p:txBody>
          <a:bodyPr anchor="ctr"/>
          <a:lstStyle>
            <a:lvl1pPr algn="ctr">
              <a:defRPr sz="1050"/>
            </a:lvl1pPr>
          </a:lstStyle>
          <a:p>
            <a:fld id="{FF44EACB-2934-48AE-97E4-A12CED8ED747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79010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Медведев Сергей Владимирович</dc:creator>
  <cp:lastModifiedBy>Медведев Сергей Владимирович</cp:lastModifiedBy>
  <cp:revision>9</cp:revision>
  <dcterms:created xsi:type="dcterms:W3CDTF">2025-12-19T06:24:01Z</dcterms:created>
  <dcterms:modified xsi:type="dcterms:W3CDTF">2025-12-19T14:41:04Z</dcterms:modified>
</cp:coreProperties>
</file>