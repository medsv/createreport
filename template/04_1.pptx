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61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C4C4C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04" autoAdjust="0"/>
  </p:normalViewPr>
  <p:slideViewPr>
    <p:cSldViewPr snapToGrid="0" showGuides="1">
      <p:cViewPr varScale="1">
        <p:scale>
          <a:sx n="106" d="100"/>
          <a:sy n="106" d="100"/>
        </p:scale>
        <p:origin x="732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85" d="100"/>
          <a:sy n="85" d="100"/>
        </p:scale>
        <p:origin x="3888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944930-8BA4-4454-ABE6-DE3BECA2E5E3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F2D50F-3412-4A17-9A14-C00B70C898F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90946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FCF6B5-7C72-4502-8739-77CB5A6618E4}" type="datetimeFigureOut">
              <a:rPr lang="ru-RU" smtClean="0"/>
              <a:t>20.12.2025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E164E7-0F50-49FD-BFE6-4F3C6399D7C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0426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843BC1-E0BF-D873-6EBE-A7B0F4A16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383" y="292059"/>
            <a:ext cx="11160000" cy="590931"/>
          </a:xfrm>
          <a:prstGeom prst="rect">
            <a:avLst/>
          </a:prstGeom>
        </p:spPr>
        <p:txBody>
          <a:bodyPr wrap="square" lIns="0" anchor="ctr" anchorCtr="0">
            <a:spAutoFit/>
          </a:bodyPr>
          <a:lstStyle>
            <a:lvl1pPr>
              <a:defRPr sz="3600" b="1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0DAC290-D345-6849-81DD-A57DF3BD2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32257" y="6265803"/>
            <a:ext cx="5217160" cy="216000"/>
          </a:xfrm>
        </p:spPr>
        <p:txBody>
          <a:bodyPr lIns="0"/>
          <a:lstStyle>
            <a:lvl1pPr>
              <a:defRPr sz="1100"/>
            </a:lvl1pPr>
          </a:lstStyle>
          <a:p>
            <a:endParaRPr lang="ru-RU" dirty="0"/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182AB64F-6C33-6B6B-BD1E-4275F71F85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59125" y="6507650"/>
            <a:ext cx="540000" cy="216000"/>
          </a:xfrm>
          <a:prstGeom prst="rect">
            <a:avLst/>
          </a:prstGeom>
        </p:spPr>
        <p:txBody>
          <a:bodyPr anchor="ctr"/>
          <a:lstStyle>
            <a:lvl1pPr algn="ctr">
              <a:defRPr sz="1050"/>
            </a:lvl1pPr>
          </a:lstStyle>
          <a:p>
            <a:fld id="{FF44EACB-2934-48AE-97E4-A12CED8ED747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3541C29-4614-5F45-CB8C-F00DB7D94E7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7635" y="6381100"/>
            <a:ext cx="1401600" cy="288000"/>
          </a:xfrm>
          <a:prstGeom prst="rect">
            <a:avLst/>
          </a:prstGeom>
        </p:spPr>
      </p:pic>
      <p:sp>
        <p:nvSpPr>
          <p:cNvPr id="6" name="Текст 5"/>
          <p:cNvSpPr>
            <a:spLocks noGrp="1"/>
          </p:cNvSpPr>
          <p:nvPr>
            <p:ph type="body" sz="quarter" idx="12" hasCustomPrompt="1"/>
          </p:nvPr>
        </p:nvSpPr>
        <p:spPr>
          <a:xfrm>
            <a:off x="515939" y="988219"/>
            <a:ext cx="5500300" cy="994405"/>
          </a:xfrm>
        </p:spPr>
        <p:txBody>
          <a:bodyPr lIns="0" anchor="ctr">
            <a:no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ru-RU" dirty="0"/>
              <a:t>Образец подзаголовка</a:t>
            </a:r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B0DAC290-D345-6849-81DD-A57DF3BD2719}"/>
              </a:ext>
            </a:extLst>
          </p:cNvPr>
          <p:cNvSpPr txBox="1">
            <a:spLocks/>
          </p:cNvSpPr>
          <p:nvPr userDrawn="1"/>
        </p:nvSpPr>
        <p:spPr>
          <a:xfrm>
            <a:off x="4836000" y="6522352"/>
            <a:ext cx="2520000" cy="144000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ru-RU"/>
            </a:defPPr>
            <a:lvl1pPr marL="0" algn="ctr" defTabSz="9144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ru-RU" dirty="0">
                <a:solidFill>
                  <a:schemeClr val="bg1">
                    <a:lumMod val="85000"/>
                  </a:schemeClr>
                </a:solidFill>
              </a:rPr>
              <a:t>© ООО «эВ-групп», 2025</a:t>
            </a:r>
          </a:p>
        </p:txBody>
      </p:sp>
      <p:sp>
        <p:nvSpPr>
          <p:cNvPr id="9" name="Текст 5">
            <a:extLst>
              <a:ext uri="{FF2B5EF4-FFF2-40B4-BE49-F238E27FC236}">
                <a16:creationId xmlns:a16="http://schemas.microsoft.com/office/drawing/2014/main" id="{778A1414-BF5D-241A-1BB6-D9F4749404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8926" y="986791"/>
            <a:ext cx="5500300" cy="994405"/>
          </a:xfrm>
        </p:spPr>
        <p:txBody>
          <a:bodyPr lIns="0" anchor="ctr">
            <a:no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400"/>
            </a:lvl2pPr>
            <a:lvl3pPr marL="914400" indent="0">
              <a:buNone/>
              <a:defRPr sz="2400"/>
            </a:lvl3pPr>
            <a:lvl4pPr marL="1371600" indent="0">
              <a:buNone/>
              <a:defRPr sz="2400"/>
            </a:lvl4pPr>
            <a:lvl5pPr marL="1828800" indent="0">
              <a:buNone/>
              <a:defRPr sz="2400"/>
            </a:lvl5pPr>
          </a:lstStyle>
          <a:p>
            <a:pPr lvl="0"/>
            <a:r>
              <a:rPr lang="ru-RU" dirty="0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731373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F3B4429-9AC2-F0EF-845F-B79AFC640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FC09D4-55E3-398A-7427-7E439C9A6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5602F9-9E8A-440B-73B2-6ED330A618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478" y="6382335"/>
            <a:ext cx="5217160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Полилиния 10"/>
          <p:cNvSpPr>
            <a:spLocks noChangeAspect="1"/>
          </p:cNvSpPr>
          <p:nvPr userDrawn="1"/>
        </p:nvSpPr>
        <p:spPr>
          <a:xfrm rot="10800000">
            <a:off x="11821125" y="6399650"/>
            <a:ext cx="216000" cy="108000"/>
          </a:xfrm>
          <a:custGeom>
            <a:avLst/>
            <a:gdLst>
              <a:gd name="connsiteX0" fmla="*/ 0 w 252000"/>
              <a:gd name="connsiteY0" fmla="*/ 0 h 126000"/>
              <a:gd name="connsiteX1" fmla="*/ 252000 w 252000"/>
              <a:gd name="connsiteY1" fmla="*/ 0 h 126000"/>
              <a:gd name="connsiteX2" fmla="*/ 126000 w 252000"/>
              <a:gd name="connsiteY2" fmla="*/ 126000 h 126000"/>
              <a:gd name="connsiteX3" fmla="*/ 0 w 252000"/>
              <a:gd name="connsiteY3" fmla="*/ 0 h 12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2000" h="126000">
                <a:moveTo>
                  <a:pt x="0" y="0"/>
                </a:moveTo>
                <a:lnTo>
                  <a:pt x="252000" y="0"/>
                </a:lnTo>
                <a:cubicBezTo>
                  <a:pt x="252000" y="69588"/>
                  <a:pt x="195588" y="126000"/>
                  <a:pt x="126000" y="126000"/>
                </a:cubicBezTo>
                <a:cubicBezTo>
                  <a:pt x="56412" y="126000"/>
                  <a:pt x="0" y="69588"/>
                  <a:pt x="0" y="0"/>
                </a:cubicBezTo>
                <a:close/>
              </a:path>
            </a:pathLst>
          </a:custGeom>
          <a:solidFill>
            <a:srgbClr val="0066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5">
            <a:extLst>
              <a:ext uri="{FF2B5EF4-FFF2-40B4-BE49-F238E27FC236}">
                <a16:creationId xmlns:a16="http://schemas.microsoft.com/office/drawing/2014/main" id="{182AB64F-6C33-6B6B-BD1E-4275F71F85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59125" y="6507650"/>
            <a:ext cx="540000" cy="216000"/>
          </a:xfrm>
          <a:prstGeom prst="rect">
            <a:avLst/>
          </a:prstGeom>
        </p:spPr>
        <p:txBody>
          <a:bodyPr anchor="ctr"/>
          <a:lstStyle>
            <a:lvl1pPr algn="ctr">
              <a:defRPr sz="1050"/>
            </a:lvl1pPr>
          </a:lstStyle>
          <a:p>
            <a:fld id="{FF44EACB-2934-48AE-97E4-A12CED8ED747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3045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600"/>
        </a:spcBef>
        <a:buClr>
          <a:srgbClr val="0066FF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buClr>
          <a:srgbClr val="0066FF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buClr>
          <a:srgbClr val="0066FF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buClr>
          <a:srgbClr val="0066FF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buClr>
          <a:srgbClr val="0066FF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4201" userDrawn="1">
          <p15:clr>
            <a:srgbClr val="F26B43"/>
          </p15:clr>
        </p15:guide>
        <p15:guide id="6" orient="horz" pos="436">
          <p15:clr>
            <a:srgbClr val="F26B43"/>
          </p15:clr>
        </p15:guide>
        <p15:guide id="7" pos="4067">
          <p15:clr>
            <a:srgbClr val="F26B43"/>
          </p15:clr>
        </p15:guide>
        <p15:guide id="8" pos="4294">
          <p15:clr>
            <a:srgbClr val="F26B43"/>
          </p15:clr>
        </p15:guide>
        <p15:guide id="9" pos="3613">
          <p15:clr>
            <a:srgbClr val="F26B43"/>
          </p15:clr>
        </p15:guide>
        <p15:guide id="10" orient="horz" pos="1071">
          <p15:clr>
            <a:srgbClr val="F26B43"/>
          </p15:clr>
        </p15:guide>
        <p15:guide id="11" orient="horz" pos="4020">
          <p15:clr>
            <a:srgbClr val="F26B43"/>
          </p15:clr>
        </p15:guide>
        <p15:guide id="12" orient="horz" pos="3793" userDrawn="1">
          <p15:clr>
            <a:srgbClr val="F26B43"/>
          </p15:clr>
        </p15:guide>
        <p15:guide id="13" orient="horz" pos="164">
          <p15:clr>
            <a:srgbClr val="F26B43"/>
          </p15:clr>
        </p15:guide>
        <p15:guide id="14" pos="7514">
          <p15:clr>
            <a:srgbClr val="F26B43"/>
          </p15:clr>
        </p15:guide>
        <p15:guide id="15" pos="5428">
          <p15:clr>
            <a:srgbClr val="F26B43"/>
          </p15:clr>
        </p15:guide>
        <p15:guide id="16" pos="4861" userDrawn="1">
          <p15:clr>
            <a:srgbClr val="F26B43"/>
          </p15:clr>
        </p15:guide>
        <p15:guide id="17" orient="horz" pos="390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5B5B04-ADD3-20A0-B96F-7D99311EA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48BD918-AB4A-D9CD-DE28-04BEB48FA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9D00A3C-21A9-7708-0F2D-E40B1C327E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F44EACB-2934-48AE-97E4-A12CED8ED747}" type="slidenum">
              <a:rPr lang="ru-RU" smtClean="0"/>
              <a:pPr/>
              <a:t>1</a:t>
            </a:fld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9B080C7-39EF-8AFE-3EAE-AA20FBF6911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C75DC98D-EB10-8F25-7B2E-FCF99706A7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88106063"/>
      </p:ext>
    </p:extLst>
  </p:cSld>
  <p:clrMapOvr>
    <a:masterClrMapping/>
  </p:clrMapOvr>
</p:sld>
</file>

<file path=ppt/theme/theme1.xml><?xml version="1.0" encoding="utf-8"?>
<a:theme xmlns:a="http://schemas.openxmlformats.org/drawingml/2006/main" name="ЭнергоСеть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эВ-групп" id="{8DDF3BE1-1D65-4404-A8F1-DEE64DF25776}" vid="{7BED49A2-11A1-442D-9E9A-6CB37F5BD25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эВ-групп</Template>
  <TotalTime>20</TotalTime>
  <Words>1</Words>
  <Application>Microsoft Office PowerPoint</Application>
  <PresentationFormat>Широкоэкранный</PresentationFormat>
  <Paragraphs>1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4" baseType="lpstr">
      <vt:lpstr>Arial</vt:lpstr>
      <vt:lpstr>Calibri</vt:lpstr>
      <vt:lpstr>ЭнергоСеть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Старовойтова Анастасия Романовна</dc:creator>
  <cp:lastModifiedBy>Медведев Сергей Владимирович</cp:lastModifiedBy>
  <cp:revision>11</cp:revision>
  <dcterms:created xsi:type="dcterms:W3CDTF">2024-11-15T14:35:08Z</dcterms:created>
  <dcterms:modified xsi:type="dcterms:W3CDTF">2025-12-20T18:50:36Z</dcterms:modified>
</cp:coreProperties>
</file>