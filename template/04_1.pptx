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4" autoAdjust="0"/>
  </p:normalViewPr>
  <p:slideViewPr>
    <p:cSldViewPr snapToGrid="0" showGuides="1">
      <p:cViewPr varScale="1">
        <p:scale>
          <a:sx n="106" d="100"/>
          <a:sy n="106" d="100"/>
        </p:scale>
        <p:origin x="73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38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44930-8BA4-4454-ABE6-DE3BECA2E5E3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2D50F-3412-4A17-9A14-C00B70C898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09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CF6B5-7C72-4502-8739-77CB5A6618E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164E7-0F50-49FD-BFE6-4F3C6399D7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426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43BC1-E0BF-D873-6EBE-A7B0F4A1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83" y="292059"/>
            <a:ext cx="11160000" cy="590931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>
            <a:lvl1pPr>
              <a:defRPr sz="36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094886"/>
            <a:ext cx="5217160" cy="216000"/>
          </a:xfrm>
        </p:spPr>
        <p:txBody>
          <a:bodyPr lIns="0"/>
          <a:lstStyle>
            <a:lvl1pPr>
              <a:defRPr sz="1100"/>
            </a:lvl1pPr>
          </a:lstStyle>
          <a:p>
            <a:endParaRPr lang="ru-RU" dirty="0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3541C29-4614-5F45-CB8C-F00DB7D94E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635" y="6381100"/>
            <a:ext cx="1401600" cy="288000"/>
          </a:xfrm>
          <a:prstGeom prst="rect">
            <a:avLst/>
          </a:prstGeom>
        </p:spPr>
      </p:pic>
      <p:sp>
        <p:nvSpPr>
          <p:cNvPr id="6" name="Текст 5"/>
          <p:cNvSpPr>
            <a:spLocks noGrp="1"/>
          </p:cNvSpPr>
          <p:nvPr>
            <p:ph type="body" sz="quarter" idx="12" hasCustomPrompt="1"/>
          </p:nvPr>
        </p:nvSpPr>
        <p:spPr>
          <a:xfrm>
            <a:off x="515939" y="988219"/>
            <a:ext cx="5500300" cy="994405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 txBox="1">
            <a:spLocks/>
          </p:cNvSpPr>
          <p:nvPr userDrawn="1"/>
        </p:nvSpPr>
        <p:spPr>
          <a:xfrm>
            <a:off x="4836000" y="6522352"/>
            <a:ext cx="2520000" cy="144000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© ООО «эВ-групп», 2025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778A1414-BF5D-241A-1BB6-D9F4749404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8926" y="986791"/>
            <a:ext cx="5500300" cy="994405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31373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B4429-9AC2-F0EF-845F-B79AFC64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FC09D4-55E3-398A-7427-7E439C9A6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5602F9-9E8A-440B-73B2-6ED330A61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478" y="6382335"/>
            <a:ext cx="521716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Полилиния 10"/>
          <p:cNvSpPr>
            <a:spLocks noChangeAspect="1"/>
          </p:cNvSpPr>
          <p:nvPr userDrawn="1"/>
        </p:nvSpPr>
        <p:spPr>
          <a:xfrm rot="10800000">
            <a:off x="11821125" y="6399650"/>
            <a:ext cx="216000" cy="108000"/>
          </a:xfrm>
          <a:custGeom>
            <a:avLst/>
            <a:gdLst>
              <a:gd name="connsiteX0" fmla="*/ 0 w 252000"/>
              <a:gd name="connsiteY0" fmla="*/ 0 h 126000"/>
              <a:gd name="connsiteX1" fmla="*/ 252000 w 252000"/>
              <a:gd name="connsiteY1" fmla="*/ 0 h 126000"/>
              <a:gd name="connsiteX2" fmla="*/ 126000 w 252000"/>
              <a:gd name="connsiteY2" fmla="*/ 126000 h 126000"/>
              <a:gd name="connsiteX3" fmla="*/ 0 w 252000"/>
              <a:gd name="connsiteY3" fmla="*/ 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" h="126000">
                <a:moveTo>
                  <a:pt x="0" y="0"/>
                </a:moveTo>
                <a:lnTo>
                  <a:pt x="252000" y="0"/>
                </a:lnTo>
                <a:cubicBezTo>
                  <a:pt x="252000" y="69588"/>
                  <a:pt x="195588" y="126000"/>
                  <a:pt x="126000" y="126000"/>
                </a:cubicBezTo>
                <a:cubicBezTo>
                  <a:pt x="56412" y="126000"/>
                  <a:pt x="0" y="69588"/>
                  <a:pt x="0" y="0"/>
                </a:cubicBezTo>
                <a:close/>
              </a:path>
            </a:pathLst>
          </a:cu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304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4201" userDrawn="1">
          <p15:clr>
            <a:srgbClr val="F26B43"/>
          </p15:clr>
        </p15:guide>
        <p15:guide id="6" orient="horz" pos="436">
          <p15:clr>
            <a:srgbClr val="F26B43"/>
          </p15:clr>
        </p15:guide>
        <p15:guide id="7" pos="4067">
          <p15:clr>
            <a:srgbClr val="F26B43"/>
          </p15:clr>
        </p15:guide>
        <p15:guide id="8" pos="4294">
          <p15:clr>
            <a:srgbClr val="F26B43"/>
          </p15:clr>
        </p15:guide>
        <p15:guide id="9" pos="3613">
          <p15:clr>
            <a:srgbClr val="F26B43"/>
          </p15:clr>
        </p15:guide>
        <p15:guide id="10" orient="horz" pos="1071">
          <p15:clr>
            <a:srgbClr val="F26B43"/>
          </p15:clr>
        </p15:guide>
        <p15:guide id="11" orient="horz" pos="4020">
          <p15:clr>
            <a:srgbClr val="F26B43"/>
          </p15:clr>
        </p15:guide>
        <p15:guide id="12" orient="horz" pos="3793" userDrawn="1">
          <p15:clr>
            <a:srgbClr val="F26B43"/>
          </p15:clr>
        </p15:guide>
        <p15:guide id="13" orient="horz" pos="164">
          <p15:clr>
            <a:srgbClr val="F26B43"/>
          </p15:clr>
        </p15:guide>
        <p15:guide id="14" pos="7514">
          <p15:clr>
            <a:srgbClr val="F26B43"/>
          </p15:clr>
        </p15:guide>
        <p15:guide id="15" pos="5428">
          <p15:clr>
            <a:srgbClr val="F26B43"/>
          </p15:clr>
        </p15:guide>
        <p15:guide id="16" pos="4861" userDrawn="1">
          <p15:clr>
            <a:srgbClr val="F26B43"/>
          </p15:clr>
        </p15:guide>
        <p15:guide id="17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B5B04-ADD3-20A0-B96F-7D99311E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8BD918-AB4A-D9CD-DE28-04BEB48F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D00A3C-21A9-7708-0F2D-E40B1C327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44EACB-2934-48AE-97E4-A12CED8ED747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B080C7-39EF-8AFE-3EAE-AA20FBF691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75DC98D-EB10-8F25-7B2E-FCF99706A7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8106063"/>
      </p:ext>
    </p:extLst>
  </p:cSld>
  <p:clrMapOvr>
    <a:masterClrMapping/>
  </p:clrMapOvr>
</p:sld>
</file>

<file path=ppt/theme/theme1.xml><?xml version="1.0" encoding="utf-8"?>
<a:theme xmlns:a="http://schemas.openxmlformats.org/drawingml/2006/main" name="ЭнергоСеть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эВ-групп" id="{8DDF3BE1-1D65-4404-A8F1-DEE64DF25776}" vid="{7BED49A2-11A1-442D-9E9A-6CB37F5BD25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эВ-групп</Template>
  <TotalTime>17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ЭнергоСеть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Старовойтова Анастасия Романовна</dc:creator>
  <cp:lastModifiedBy>Медведев Сергей Владимирович</cp:lastModifiedBy>
  <cp:revision>10</cp:revision>
  <dcterms:created xsi:type="dcterms:W3CDTF">2024-11-15T14:35:08Z</dcterms:created>
  <dcterms:modified xsi:type="dcterms:W3CDTF">2025-12-20T12:47:49Z</dcterms:modified>
</cp:coreProperties>
</file>